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We are presenting IRO — the Autonomous AI Teammate for Payment Operations.</a:t>
            </a:r>
          </a:p>
          <a:p/>
          <a:p>
            <a:r>
              <a:t>When a payment fails, IRO doesn't just detect the failure. It investigates what happened, reasons about the context, recommends the appropriate recovery path, safely orchestrates the action, and verifies the outcome.</a:t>
            </a:r>
          </a:p>
          <a:p/>
          <a:p>
            <a:r>
              <a:t>Investigate. Reason. Orchestrate. Verify.</a:t>
            </a:r>
          </a:p>
          <a:p/>
          <a:p>
            <a:r>
              <a:t>Our goal is not to replace payment operations, but to give payment teams an autonomous teammate that makes them faster, safer, and vastly more profitable.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failed payment isn't necessarily a failed transaction. It's a decision problem.</a:t>
            </a:r>
          </a:p>
          <a:p/>
          <a:p>
            <a:r>
              <a:t>Do we retry? Switch the payment route? Ask the customer to take action? Wait for reconciliation? Or stop?</a:t>
            </a:r>
          </a:p>
          <a:p/>
          <a:p>
            <a:r>
              <a:t>The hard problem in payment operations isn't detecting failure. It's deciding what to do next — safely.</a:t>
            </a:r>
          </a:p>
          <a:p/>
          <a:p>
            <a:r>
              <a:t>Traditional automation blindly retries, causing double debits and bank fraud blocks. In payments, the wrong recovery decision can be far worse than no recovery at all.</a:t>
            </a:r>
          </a:p>
          <a:p/>
          <a:p>
            <a:r>
              <a:t>IRO investigates the context first, determines the right strategy, checks financial policy, and only then executes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IRO — an autonomous AI teammate for payment operations.</a:t>
            </a:r>
          </a:p>
          <a:p/>
          <a:p>
            <a:r>
              <a:t>IRO handles the entire lifecycle of an ambiguous payment failure across five core responsibilities: Investigate, Reason, Recommend, Orchestrate, and Verify.</a:t>
            </a:r>
          </a:p>
          <a:p/>
          <a:p>
            <a:r>
              <a:t>When an ambiguous failure arrives, the teammate gathers multi-rail telemetry, reasons through the context, and proposes the optimal recovery path.</a:t>
            </a:r>
          </a:p>
          <a:p/>
          <a:p>
            <a:r>
              <a:t>Here is our most fundamental architectural principle:</a:t>
            </a:r>
          </a:p>
          <a:p/>
          <a:p>
            <a:r>
              <a:t>AI has reasoning authority, not financial authority.</a:t>
            </a:r>
          </a:p>
          <a:p>
            <a:r>
              <a:t>The teammate investigates and proposes, but deterministic systems decide whether any action is permitted.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does the AI teammate actually work?</a:t>
            </a:r>
          </a:p>
          <a:p/>
          <a:p>
            <a:r>
              <a:t>We equip the agent with six bounded read-only tools: payment context, attempt history, failure taxonomy, customer profile, merchant policy, and real-time route health telemetry.</a:t>
            </a:r>
          </a:p>
          <a:p/>
          <a:p>
            <a:r>
              <a:t>The agent calls these tools to build a multi-dimensional picture of the failure.</a:t>
            </a:r>
          </a:p>
          <a:p/>
          <a:p>
            <a:r>
              <a:t>It then performs structured reasoning and outputs a typed recovery recommendation.</a:t>
            </a:r>
          </a:p>
          <a:p/>
          <a:p>
            <a:r>
              <a:t>Notice what is absent: there are ZERO write tools.</a:t>
            </a:r>
          </a:p>
          <a:p/>
          <a:p>
            <a:r>
              <a:t>The agent can investigate and recommend, but cannot directly execute payment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core USP is simple: AI proposes. The system decides.</a:t>
            </a:r>
          </a:p>
          <a:p/>
          <a:p>
            <a:r>
              <a:t>AI has reasoning authority, not financial authority.</a:t>
            </a:r>
          </a:p>
          <a:p/>
          <a:p>
            <a:r>
              <a:t>When the agent recommends an action, that recommendation must cross a hard safety boundary.</a:t>
            </a:r>
          </a:p>
          <a:p/>
          <a:p>
            <a:r>
              <a:t>The financial policy engine independently verifies retry caps, merchant SLAs, and current payment state.</a:t>
            </a:r>
          </a:p>
          <a:p/>
          <a:p>
            <a:r>
              <a:t>Redis distributed locks prevent race conditions between workers, and the database idempotency barrier guarantees exactly-once execution.</a:t>
            </a:r>
          </a:p>
          <a:p/>
          <a:p>
            <a:r>
              <a:t>Intelligence handles ambiguity; deterministic systems guarantee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Rather than a generic technology logo dump, we organized our tech stack by architectural responsibility.</a:t>
            </a:r>
          </a:p>
          <a:p/>
          <a:p>
            <a:r>
              <a:t>Kafka serves as our decoupled event backbone. FastAPI and Python 3.12 provide the async non-blocking application core.</a:t>
            </a:r>
          </a:p>
          <a:p/>
          <a:p>
            <a:r>
              <a:t>PostgreSQL maintains transactional state and immutable audit traces. Redis coordinates distributed locking to prevent worker race conditions.</a:t>
            </a:r>
          </a:p>
          <a:p/>
          <a:p>
            <a:r>
              <a:t>Our AI teammate is served through a tiered model gateway with L7 load balancing.</a:t>
            </a:r>
          </a:p>
          <a:p/>
          <a:p>
            <a:r>
              <a:t>And our deterministic policy engine enforces hard safety invariants. All validated across 120 automated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let's see how this works in an actual scenario.</a:t>
            </a:r>
          </a:p>
          <a:p/>
          <a:p>
            <a:r>
              <a:t>Imagine a seventy-five-thousand-rupee credit card payment that failed because its payment route degraded after multiple attempts.</a:t>
            </a:r>
          </a:p>
          <a:p/>
          <a:p>
            <a:r>
              <a:t>This isn't a simple retry. IRO detects the ambiguity and sends the case to its investigation layer.</a:t>
            </a:r>
          </a:p>
          <a:p/>
          <a:p>
            <a:r>
              <a:t>The agent inspects the history, previous attempts, route health, and merchant policy.</a:t>
            </a:r>
          </a:p>
          <a:p/>
          <a:p>
            <a:r>
              <a:t>It discovers the primary route is at 38% health, but an alternate route is at 98%. It recommends switching routes.</a:t>
            </a:r>
          </a:p>
          <a:p/>
          <a:p>
            <a:r>
              <a:t>The financial policy engine verifies all limits and state. The lock is acquired, idempotency reserved, and the payment is recovered.</a:t>
            </a:r>
          </a:p>
          <a:p/>
          <a:p>
            <a:r>
              <a:t>That is the difference between blindly retrying and having an intelligent teammate.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evaluated IRO across one hundred controlled synthetic payment scenarios.</a:t>
            </a:r>
          </a:p>
          <a:p/>
          <a:p>
            <a:r>
              <a:t>The results speak for themselves: IRO achieved a 57 percent overall recovery rate, compared with 32 percent for the naive baseline.</a:t>
            </a:r>
          </a:p>
          <a:p/>
          <a:p>
            <a:r>
              <a:t>That generated two hundred and thirty-one thousand rupees of recovered revenue, an incremental gain of over eighty-three thousand rupees.</a:t>
            </a:r>
          </a:p>
          <a:p/>
          <a:p>
            <a:r>
              <a:t>And most importantly: IRO executed zero unsafe actions while blocking twenty-four simulated violations.</a:t>
            </a:r>
          </a:p>
          <a:p/>
          <a:p>
            <a:r>
              <a:t>Total AI cost: just twenty-eight rupees, representing a 2,920x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business model positions IRO as B2B fintech infrastructure for banks, payment aggregators, and enterprise merchants.</a:t>
            </a:r>
          </a:p>
          <a:p/>
          <a:p>
            <a:r>
              <a:t>It combines an annual platform license with usage-based pricing for recovered volume.</a:t>
            </a:r>
          </a:p>
          <a:p/>
          <a:p>
            <a:r>
              <a:t>The value proposition is clear: recovered revenue, reduced operational workload, and zero unsafe automations.</a:t>
            </a:r>
          </a:p>
          <a:p/>
          <a:p>
            <a:r>
              <a:t>Today, IRO masters payment failure investigation and recovery.</a:t>
            </a:r>
          </a:p>
          <a:p/>
          <a:p>
            <a:r>
              <a:t>Tomorrow, this autonomous teammate can expand into reconciliation, route rebalancing, and operational dispute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biggest learning from building IRO is that payment operations isn't just an AI problem.</a:t>
            </a:r>
          </a:p>
          <a:p/>
          <a:p>
            <a:r>
              <a:t>It's a reliability problem.</a:t>
            </a:r>
          </a:p>
          <a:p>
            <a:r>
              <a:t>A concurrency problem.</a:t>
            </a:r>
          </a:p>
          <a:p>
            <a:r>
              <a:t>A policy problem.</a:t>
            </a:r>
          </a:p>
          <a:p>
            <a:r>
              <a:t>A cost problem.</a:t>
            </a:r>
          </a:p>
          <a:p>
            <a:r>
              <a:t>And only sometimes… an AI problem.</a:t>
            </a:r>
          </a:p>
          <a:p/>
          <a:p>
            <a:r>
              <a:t>AI shouldn't replace payment operations. It should become the teammate that makes them smarter.</a:t>
            </a:r>
          </a:p>
          <a:p/>
          <a:p>
            <a:r>
              <a:t>IRO — The Autonomous AI Teammate for Payment Operations.</a:t>
            </a:r>
          </a:p>
          <a:p>
            <a:r>
              <a:t>Investigate. Reason. Orchestrate. Verify.</a:t>
            </a:r>
          </a:p>
          <a:p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5120640" cy="384048"/>
          </a:xfrm>
          <a:prstGeom prst="roundRect">
            <a:avLst/>
          </a:prstGeom>
          <a:solidFill>
            <a:srgbClr val="13224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RAZORPAY AI BUILDATHON 2026 • TRACK 3: AUTONOMOUS AI TEAMMATES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IRO</a:t>
            </a:r>
          </a:p>
          <a:p>
            <a:pPr>
              <a:defRPr sz="2400" b="1">
                <a:solidFill>
                  <a:srgbClr val="60A5FA"/>
                </a:solidFill>
                <a:latin typeface="Segoe UI"/>
              </a:defRPr>
            </a:pPr>
            <a:r>
              <a:t>The Autonomous AI Teammate for Payment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Consolas"/>
              </a:defRPr>
            </a:pPr>
            <a:r>
              <a:t>Investigate.  Reason.  Orchestrate.  Verify.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09728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CORE POSITIONING</a:t>
            </a:r>
          </a:p>
          <a:p>
            <a:pPr>
              <a:defRPr sz="1200" i="1">
                <a:solidFill>
                  <a:srgbClr val="FFFFFF"/>
                </a:solidFill>
                <a:latin typeface="Segoe UI"/>
              </a:defRPr>
            </a:pPr>
            <a:r>
              <a:t>“When a payment fails, IRO doesn't just detect the failure. It investigates what happened, reasons about the context, recommends the appropriate recovery path, safely orchestrates the action, and verifies the outcome.”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2468880" cy="11887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453128"/>
            <a:ext cx="2139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57.0%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873752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RECOVERY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148072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vs 32.0% Baseline (+78% lift)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343400"/>
            <a:ext cx="2468880" cy="11887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4453128"/>
            <a:ext cx="2139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0A5FA"/>
                </a:solidFill>
                <a:latin typeface="Segoe UI"/>
              </a:defRPr>
            </a:pPr>
            <a:r>
              <a:t>₹231,069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873752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REVENUE RECOVERED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5148072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+₹83,412 net gain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43400"/>
            <a:ext cx="2468880" cy="11887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4453128"/>
            <a:ext cx="2139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B6D4"/>
                </a:solidFill>
                <a:latin typeface="Segoe UI"/>
              </a:defRPr>
            </a:pPr>
            <a:r>
              <a:t>0 UNSAFE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873752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ACTIONS EXECUTED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5148072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24 attempts blocked safely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4343400"/>
            <a:ext cx="2468880" cy="11887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4453128"/>
            <a:ext cx="21396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Segoe UI"/>
              </a:defRPr>
            </a:pPr>
            <a:r>
              <a:t>2,920x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4873752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AI COST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5148072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₹28.56 total inference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Built by Om Dapke  •  github.com/omdapke01/intelligent-recovery-orchestrator  •  120 / 120 Pytest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 failed payment isn't necessarily a failed transaction.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The hard problem in payment operations isn't detecting failure. It's deciding what to do next — safely.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29768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6634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TRADITIONAL AUTOMATION: BLIND RETRIES</a:t>
            </a:r>
          </a:p>
          <a:p>
            <a:pPr>
              <a:defRPr sz="1100" b="1">
                <a:solidFill>
                  <a:srgbClr val="FFFFFF"/>
                </a:solidFill>
                <a:latin typeface="Consolas"/>
              </a:defRPr>
            </a:pPr>
            <a:r>
              <a:t>IF PAYMENT FAILS → RETRY IMMEDIATELY</a:t>
            </a:r>
          </a:p>
          <a:p>
            <a:br/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Flawed Assumption: Treats every payment failure as a simple transient network glitch.</a:t>
            </a:r>
            <a:br/>
            <a:br/>
            <a:r>
              <a:t>• Catastrophic Consequences in Fintech:</a:t>
            </a:r>
            <a:br/>
            <a:r>
              <a:t>  - Double debits when timeouts are retried blindly</a:t>
            </a:r>
            <a:br/>
            <a:r>
              <a:t>  - Repetitive declines when banking routes are degraded</a:t>
            </a:r>
            <a:br/>
            <a:r>
              <a:t>  - Card block triggers from issuing bank fraud algorithms</a:t>
            </a:r>
            <a:br/>
            <a:r>
              <a:t>  - Customer drop-off and cart abandonment</a:t>
            </a:r>
            <a:br/>
            <a:br/>
            <a:r>
              <a:t>• Result: The wrong recovery decision is worse than no recovery at 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6634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IRO: AUTONOMOUS DECISION ENGINEERING</a:t>
            </a:r>
          </a:p>
          <a:p>
            <a:pPr>
              <a:defRPr sz="1050" b="1">
                <a:solidFill>
                  <a:srgbClr val="FFFFFF"/>
                </a:solidFill>
                <a:latin typeface="Consolas"/>
              </a:defRPr>
            </a:pPr>
            <a:r>
              <a:t>FAILURE → CONTEXT → REASON → POLICY CHECK → SAFE ACTION</a:t>
            </a:r>
          </a:p>
          <a:p>
            <a:br/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IRO analyzes the failure and chooses among 5 distinct recovery decisions:</a:t>
            </a:r>
            <a:br/>
            <a:br/>
            <a:r>
              <a:t>1. Retry? — Transient blip with exponential backoff</a:t>
            </a:r>
            <a:br/>
            <a:r>
              <a:t>2. Switch route? — Bank gateway degraded; failover to healthy rail</a:t>
            </a:r>
            <a:br/>
            <a:r>
              <a:t>3. Ask customer? — 3DS OTP expired or balance issue; send recovery link</a:t>
            </a:r>
            <a:br/>
            <a:r>
              <a:t>4. Wait? — Ambiguous timeout; hold for bank reconciliation</a:t>
            </a:r>
            <a:br/>
            <a:r>
              <a:t>5. STOP? — Hard decline, fraud flag, or merchant limit reached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Meet IRO: The Autonomous AI Teammate for Payment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An AI teammate that investigates ambiguous payment failures, reasons about recovery, and orchestrates safe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993392" cy="329184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7190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1. INVESTIGATE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Context Telemetry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Gathers multi-rail telemetry, previous attempt sequence, customer profile, and merchant 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737360"/>
            <a:ext cx="1993392" cy="329184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920240"/>
            <a:ext cx="17190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2. REASON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Strategic Evaluation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Analyzes route health, failure codes, customer risk tier, and historical payment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737360"/>
            <a:ext cx="1993392" cy="329184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920240"/>
            <a:ext cx="17190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3. RECOMMEND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Structured Proposal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Synthesizes structured, typed recovery strategy with clear audit rationale (READ-ONLY).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737360"/>
            <a:ext cx="1993392" cy="329184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1920240"/>
            <a:ext cx="17190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4. ORCHESTRATE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Policy Validation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Passes through deterministic financial policy guards, distributed locks, and idempotency barrier.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737360"/>
            <a:ext cx="1993392" cy="329184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1920240"/>
            <a:ext cx="171907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5. VERIFY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Outcome Verification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Verifies settlement status with banking rail, updates state machine, and logs immutable audit trail.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698480" cy="109728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THE AUTONOMOUS TEAMMATE PRINCIPLE: AI PROPOSES, THE SYSTEM DECIDES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“AI has reasoning authority, not financial authority. The AI teammate can think, investigate, and recommend. But deterministic systems decide whether its recommendation is allowed.”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03. AGENT CAPABILITIES &amp;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How the AI Teammate Works: 6 Bounded Read-Only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The agent investigates payment context with deep precision — but has zero direct write access to move money.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745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1. Payment Context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inspect_payment_context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Amount, currency, merchant ID, customer ID, payment method (UPI, Card, Netbanking).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745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Segoe UI"/>
              </a:defRPr>
            </a:pPr>
            <a:r>
              <a:t>2. Payment Attempts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inspect_payment_attempts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Sequence of prior attempts, gateway latencies, timestamps, and route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745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3. Failure History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inspect_failure_history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Error taxonomy classification (Timeout, Socket Drop, Balance, Route Degradation).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7033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4. Customer Profile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inspect_customer_profile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Customer risk tier, historical payment success rate, and chargeback signals.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5661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7033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5. Merchant Policy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inspect_merchant_policy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Merchant-specific max retry caps, permitted recovery methods, and SLA windows.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5661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7033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6. Route Health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inspect_route_health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Real-time banking rail health scores (e.g. HDFC 38% vs ICICI 98.4% uptime).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40680"/>
            <a:ext cx="10698480" cy="91440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5321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Segoe UI"/>
              </a:defRPr>
            </a:pPr>
            <a:r>
              <a:t>HARD ISOLATION BOUNDARY: ZERO WRITE ACCESS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The AI teammate operates in a read-only investigation sandbox. It can inspect context and output structured JSON proposals, but cannot directly invoke payment APIs or mutate database states.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04. UNIQUE SELLING PROPOSITION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USP: AI Proposes. The System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AI has reasoning authority, not financial authority. Hard deterministic gates protect every financial mutation.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30175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THE DETERMINISTIC SAFETY BOUNDARY</a:t>
            </a:r>
          </a:p>
          <a:p>
            <a:br/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1. AI AGENT REASONING LAYER (READ-ONLY)</a:t>
            </a:r>
            <a:br/>
            <a:r>
              <a:t>   Investigates Context  →  Evaluates Constraints  →  Outputs Structured Recommendation</a:t>
            </a:r>
            <a:br/>
            <a:r>
              <a:t>   ═══════════════════════════════════════════════════════════════════════════════════════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   MANDATORY SAFETY BOUNDARY: FINANCIAL POLICY ENGINE</a:t>
            </a:r>
            <a:br/>
            <a:r>
              <a:t>   ═══════════════════════════════════════════════════════════════════════════════════════</a:t>
            </a:r>
            <a:br/>
            <a:r>
              <a:t>2. DETERMINISTIC AUTHORIZATION &amp; EXECUTION LAYER</a:t>
            </a:r>
            <a:br/>
            <a:r>
              <a:t>   • Policy Gate Check: Validates retry limits, merchant SLA window, and allowed strategies</a:t>
            </a:r>
            <a:br/>
            <a:r>
              <a:t>   • Pre-Execution Revalidation: Verifies authoritative DB state (halts if already paid)</a:t>
            </a:r>
            <a:br/>
            <a:r>
              <a:t>   • Redis Distributed Lock: SET NX EX ensures exclusive worker authorization</a:t>
            </a:r>
            <a:br/>
            <a:r>
              <a:t>   • PostgreSQL Idempotency Barrier: UNIQUE(idempotency_key) guarantees exactly-once execution</a:t>
            </a:r>
            <a:br/>
            <a:r>
              <a:t>   • Outcome Verification: Reconciles settlement response &amp; appends cryptographic audit trace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80"/>
            <a:ext cx="3383280" cy="128016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093208"/>
            <a:ext cx="3054096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🧠 INTELLIGENCE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AI Handles Ambiguity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Synthesizes multi-variable context across rails, merchants, and failure codes.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983480"/>
            <a:ext cx="3383280" cy="128016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5093208"/>
            <a:ext cx="3054096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🛡️ SAFETY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Policies Control Money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Deterministic rules independently verify every action. Zero hallucinated debits.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983480"/>
            <a:ext cx="3383280" cy="128016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5093208"/>
            <a:ext cx="3054096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Segoe UI"/>
              </a:defRPr>
            </a:pPr>
            <a:r>
              <a:t>⚙️ RELIABILITY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Distributed Invariants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Redis locks + DB idempotency eliminate race conditions and duplicate executions.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05.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Technology Stack: Organized by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production-grade distributed architecture built for low-latency payment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745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EVENT BACKBONE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Kafka Event Contracts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Decoupled asynchronous event ingestion, resilient dead-letter queues.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745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APPLICATION CORE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Python 3.12 + FastAPI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High-performance async ASGI runtime with strict Pydantic v2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745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PERSISTENCE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PostgreSQL 16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ACID transactional state machine &amp; immutable cryptographic audit ledger.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7033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COORDINATION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Redis 7 Distributed Locks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Atomic SET NX EX locks with Lua release; prevents concurrent worker collisions.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5661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7033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AI TEAMMATE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LLM Gateway + Model Router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Tiered model routing (5ms Fast Classifier vs 25ms Deep Reasoning Specialist).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566160"/>
            <a:ext cx="3383280" cy="164592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703320"/>
            <a:ext cx="305409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Segoe UI"/>
              </a:defRPr>
            </a:pPr>
            <a:r>
              <a:t>RELIABILITY &amp; SAFETY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Policy Engine + FSM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Deterministic financial policy guards and recovery finite state machines.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40680"/>
            <a:ext cx="10698480" cy="82296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532120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VERIFIED PRODUCTION CODEBASE: 120 / 120 Pytest test suites passing across unit, integration, FSM, concurrency, and AI gateway modules.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06. TANGIBLE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Case Study: The ₹75,000 High-Value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How the AI teammate investigates, reasons, and safely orchestrates a complex rail failover.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993392" cy="411480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71907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1. FAILURE DETECTED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₹75,000 Payment Fails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Attempt #2 fails on HDFC Cards with GATEWAY_ERROR. Rail health score plummets to 38%.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737360"/>
            <a:ext cx="1993392" cy="411480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920240"/>
            <a:ext cx="171907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2. TEAMMATE INVESTIGATES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 Read-Only Tools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IRO Agent activates. Reads payment context, attempt sequence, route health &amp; merchant SLA.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737360"/>
            <a:ext cx="1993392" cy="411480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920240"/>
            <a:ext cx="171907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3. REASON &amp; RECOMMEND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Route Switch Proposed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Agent spots HDFC rail is failing, but ICICI is at 98.4% health. Recommends SWITCH_ROUTE.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737360"/>
            <a:ext cx="1993392" cy="411480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1920240"/>
            <a:ext cx="171907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4. POLICY GATE PASSES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Deterministic Checks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Financial policy checks: Attempt limit (2&lt;3), SLA window valid, route permitted, payment still failed.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737360"/>
            <a:ext cx="1993392" cy="411480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1920240"/>
            <a:ext cx="171907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5. SAFE ORCHESTRATION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Revenue Recovered!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Redis lock acquired, idempotency reserved, payment captured on ICICI rail. ₹75,000 SAVED!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07. EMPIRICAL RESULTS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Impact &amp; Benefits: 100-Case Synthetic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Rigorous empirical evaluation comparing IRO against a transparent naive single-rail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30175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Segoe UI"/>
              </a:defRPr>
            </a:pPr>
            <a:r>
              <a:t>RECOVERY RATE</a:t>
            </a:r>
          </a:p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IRO: 57.0%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Baseline: 32.0%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+78.1% Relative Lift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201168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01952"/>
            <a:ext cx="30175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Segoe UI"/>
              </a:defRPr>
            </a:pPr>
            <a:r>
              <a:t>REVENUE RECOVERED</a:t>
            </a:r>
          </a:p>
          <a:p>
            <a:pPr>
              <a:defRPr sz="2200" b="1">
                <a:solidFill>
                  <a:srgbClr val="60A5FA"/>
                </a:solidFill>
                <a:latin typeface="Segoe UI"/>
              </a:defRPr>
            </a:pPr>
            <a:r>
              <a:t>IRO: ₹231,069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Baseline: ₹147,657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+₹83,412 Net Lift (+56.5%)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201168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01952"/>
            <a:ext cx="30175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Segoe UI"/>
              </a:defRPr>
            </a:pPr>
            <a:r>
              <a:t>UNSAFE ACTIONS</a:t>
            </a:r>
          </a:p>
          <a:p>
            <a:pPr>
              <a:defRPr sz="2200" b="1">
                <a:solidFill>
                  <a:srgbClr val="06B6D4"/>
                </a:solidFill>
                <a:latin typeface="Segoe UI"/>
              </a:defRPr>
            </a:pPr>
            <a:r>
              <a:t>IRO: 0 EXECUTED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Baseline: 24 EXECUTED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24 Unsafe Attempts Blocked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698480" cy="16459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149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WORKLOAD DISTRIBUTION &amp; AI INFERENCE ROI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• 68 Deterministic Cases (Tier 1): Resolved instantly with ZERO AI token overhead (&lt;1ms).</a:t>
            </a:r>
            <a:br/>
            <a:r>
              <a:t>• 32 Specialist Agent Cases (Tier 3): Deep investigation for genuine multi-variable ambiguity.</a:t>
            </a:r>
            <a:br/>
            <a:r>
              <a:t>• ₹28.56 ($0.336 USD) Total AI Cost  →  2,920x ROI Multiplier (₹2,920 revenue recovered per ₹1 spent on AI).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DISCLAIMER: Controlled 100-case synthetic benchmark with realistic distributions. Not real Razorpay production transaction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08. MARKET OPPORTUNITY &amp;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Business Model: Autonomous Payment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Positioning IRO as enterprise B2B fintech infrastructure for banks, PSPs, and high-volume merchants.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3054096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1. PLATFORM LICENSE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Annual Enterprise Core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License for core orchestrator, policy engine, dashboard console, and compliance ledger.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201168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01952"/>
            <a:ext cx="3054096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Segoe UI"/>
              </a:defRPr>
            </a:pPr>
            <a:r>
              <a:t>2. USAGE-BASED TIERS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Per-Operation Pricing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Metered fee per ambiguous recovery case or automated payment operation processed.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201168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01952"/>
            <a:ext cx="3054096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3. ENTERPRISE VPC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Private Infrastructure</a:t>
            </a:r>
          </a:p>
          <a:p>
            <a:br/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Custom bank gateway integrations, private cloud VPC deployment, dedicated SLA.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698480" cy="21031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149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CATEGORY EVOLUTION: FROM RECOVERY TO FULL PAYMENT OPERATIONS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TODAY (Built &amp; Verified): Failure Investigation  →  Recovery Orchestration  →  Outcome Verification</a:t>
            </a:r>
            <a:br/>
            <a:br/>
            <a:r>
              <a:t>• FUTURE EXPANSION ROADMAP:</a:t>
            </a:r>
            <a:br/>
            <a:r>
              <a:t>  - Autonomous Reconciliation: Resolves in-flight timeouts &amp; bank pending states without human tickets</a:t>
            </a:r>
            <a:br/>
            <a:r>
              <a:t>  - Dynamic Route Health Balancing: Preemptively shifts traffic away from failing banking rails</a:t>
            </a:r>
            <a:br/>
            <a:r>
              <a:t>  - Merchant SLA Guardrails: Automatically tunes retry limits to merchant margin &amp; risk thresholds</a:t>
            </a:r>
            <a:br/>
            <a:r>
              <a:t>  - Operational Escalation: Human-in-the-loop copilot for regulatory reviews and high-value chargebacks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3474720"/>
          </a:xfrm>
          <a:prstGeom prst="roundRect">
            <a:avLst/>
          </a:prstGeom>
          <a:solidFill>
            <a:srgbClr val="132247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94A3B8"/>
                </a:solidFill>
                <a:latin typeface="Segoe UI"/>
              </a:defRPr>
            </a:pPr>
            <a:r>
              <a:t>“AI shouldn't replace payment operations.”</a:t>
            </a:r>
          </a:p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“It should become the teammate that makes them smarter.”</a:t>
            </a:r>
          </a:p>
          <a:p>
            <a:br/>
            <a:pPr>
              <a:defRPr sz="1400" b="1">
                <a:solidFill>
                  <a:srgbClr val="06B6D4"/>
                </a:solidFill>
                <a:latin typeface="Consolas"/>
              </a:defRPr>
            </a:pPr>
            <a:r>
              <a:t>IRO — The Autonomous AI Teammate for Payment Operations</a:t>
            </a:r>
            <a:br/>
            <a:r>
              <a:t>Investigate.  Reason.  Orchestrate.  Verify.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0E17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257800"/>
            <a:ext cx="10149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Segoe UI"/>
              </a:defRPr>
            </a:pPr>
            <a:r>
              <a:t>RAZORPAY AI BUILDATHON 2026 • TRACK 3: AUTONOMOUS AI TEAMMATES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Author: Om Dapke  •  github.com/omdapke01/intelligent-recovery-orchestrator  •  120 / 120 Pytest Passing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